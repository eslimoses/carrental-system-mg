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Arial"/>
              </a:defRPr>
            </a:pPr>
            <a:r>
              <a:t>Modern Car Rental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99CC"/>
                </a:solidFill>
                <a:latin typeface="Arial"/>
              </a:defRPr>
            </a:pPr>
            <a:r>
              <a:t>A Full-Stack Approach to Seamless Vehicle Booking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Problem: Legacy rental systems are slow, manual, and lack real-time communication.</a:t>
            </a:r>
          </a:p>
          <a:p>
            <a:pPr/>
            <a:r>
              <a:t>Solution: A high-performance, automated platform that connects users with a fleet of cars via a premium web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Pattern: Client-Server (REST API).</a:t>
            </a:r>
          </a:p>
          <a:p>
            <a:r>
              <a:t>Frontend: Single Page Application (SPA) for a mobile-app-like feel on the web.</a:t>
            </a:r>
          </a:p>
          <a:p>
            <a:r>
              <a:t>Backend: Robust microservice-ready backend ensuring data integrity and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Frontend Tech Stack (The UI/UX)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18 &amp; TypeScript: Ensures a bug-free, scalable user interface.</a:t>
            </a:r>
          </a:p>
          <a:p>
            <a:r>
              <a:t>Vite: Ultra-fast build tool for modern web performance.</a:t>
            </a:r>
          </a:p>
          <a:p>
            <a:r>
              <a:t>Tailwind CSS: Utility-first styling for a sleek, responsive design.</a:t>
            </a:r>
          </a:p>
          <a:p>
            <a:r>
              <a:t>Framer Motion: Adds premium micro-animations and smooth transitions.</a:t>
            </a:r>
          </a:p>
          <a:p>
            <a:r>
              <a:t>React Query: Powerful data synchronization and state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Backend Tech Stack (The Engine)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25 &amp; Spring Boot 4: Leveraging the latest Java features for high-performance processing.</a:t>
            </a:r>
          </a:p>
          <a:p>
            <a:r>
              <a:t>Spring Data JPA: Seamless communication with the database.</a:t>
            </a:r>
          </a:p>
          <a:p>
            <a:r>
              <a:t>MySQL: Reliable and structured data storage for users, cars, and bookings.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Security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Security: Industry-standard protection.</a:t>
            </a:r>
          </a:p>
          <a:p>
            <a:r>
              <a:t>JWT (JSON Web Tokens): Secure, stateless authentication for both users and admins.</a:t>
            </a:r>
          </a:p>
          <a:p>
            <a:r>
              <a:t>Role-Based Access Control (RBAC): Strict permissions managing Admin dashboard vs. Customer 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Payment &amp; Financial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Razorpay: Integrated for secure digital payments (UPI, Cards, Wallets).</a:t>
            </a:r>
          </a:p>
          <a:p>
            <a:r>
              <a:t>Automated Invoicing: Uses OpenPDF to generate professional receipts instantly after payment.</a:t>
            </a:r>
          </a:p>
          <a:p>
            <a:r>
              <a:t>Flexible Flow: Supports Cash and UPI direct payments alongside digital gateways.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Automated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Twilio WhatsApp API: Sends booking confirmations and reminders directly to the user's phone.</a:t>
            </a:r>
          </a:p>
          <a:p>
            <a:r>
              <a:t>Email Notifications: Real-time updates on booking status changes via Spring Mail.</a:t>
            </a:r>
          </a:p>
          <a:p>
            <a:r>
              <a:t>Admin Reports: Daily/Monthly revenue reports emailed automatically to the administrator.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Key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One-Time Use Promo Codes: Advanced logic to prevent discount abuse (single use per customer).</a:t>
            </a:r>
          </a:p>
          <a:p>
            <a:r>
              <a:t>Omnichannel Notifications: Not just email; we meet users where they are (WhatsApp).</a:t>
            </a:r>
          </a:p>
          <a:p>
            <a:r>
              <a:t>Premium Performance: UI caching ensures the application feels instantaneous.</a:t>
            </a:r>
          </a:p>
          <a:p>
            <a:r>
              <a:t>Modern Tech Profile: Built on Java 25 &amp; React 18, avoiding legacy technical debt.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Future Roadmap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Scalability: Architecture is ready for GPS fleet tracking integration.</a:t>
            </a:r>
          </a:p>
          <a:p>
            <a:r>
              <a:t>Mobile Ready: Backend is completely decoupled; ready for React Native mobile deployment.</a:t>
            </a:r>
          </a:p>
          <a:p>
            <a:r>
              <a:t>Conclusion: A robust, secure, and user-centric solution setting a new standard for rental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