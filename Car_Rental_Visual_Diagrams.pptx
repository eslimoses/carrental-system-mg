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 Car Rental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Flows, and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Overall System Architecture</a:t>
            </a:r>
          </a:p>
        </p:txBody>
      </p:sp>
      <p:pic>
        <p:nvPicPr>
          <p:cNvPr id="3" name="Picture 2" descr="Diagram_Image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314297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Stack Overview</a:t>
            </a:r>
          </a:p>
        </p:txBody>
      </p:sp>
      <p:pic>
        <p:nvPicPr>
          <p:cNvPr id="3" name="Picture 2" descr="Diagram_Images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236668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Entity-Relationship (ER) Diagram</a:t>
            </a:r>
          </a:p>
        </p:txBody>
      </p:sp>
      <p:pic>
        <p:nvPicPr>
          <p:cNvPr id="3" name="Picture 2" descr="Diagram_Images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73116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Service Class Diagram</a:t>
            </a:r>
          </a:p>
        </p:txBody>
      </p:sp>
      <p:pic>
        <p:nvPicPr>
          <p:cNvPr id="3" name="Picture 2" descr="Diagram_Images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36152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UI: Home Display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r>
              <a:t>PASTE SCREENSHOT HERE:</a:t>
            </a:r>
          </a:p>
          <a:p/>
          <a:p>
            <a:r>
              <a:t>Take a screenshot of the main React frontend (Vehicle Listing)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UI: Booking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r>
              <a:t>PASTE SCREENSHOT HERE:</a:t>
            </a:r>
          </a:p>
          <a:p/>
          <a:p>
            <a:r>
              <a:t>Take a screenshot of the Booking &amp; Razorpay Payment 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UI: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r>
              <a:t>PASTE SCREENSHOT HERE:</a:t>
            </a:r>
          </a:p>
          <a:p/>
          <a:p>
            <a:r>
              <a:t>Take a screenshot of the Admin Dashboard showing Revenue/Reports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Alert: WhatsApp Message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646464"/>
                </a:solidFill>
              </a:defRPr>
            </a:pPr>
            <a:r>
              <a:t>PASTE SCREENSHOT HERE:</a:t>
            </a:r>
          </a:p>
          <a:p/>
          <a:p>
            <a:r>
              <a:t>Take a screenshot of the Twilio WhatsApp confirmation message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